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548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⬛⬛⬛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⬛ GPU 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⬛⬛⬛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80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CUDA • PyTorch • CuPy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548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CUDA Kernels  •  CPU vs GPU Benchmarks  •  4 Parallel Algorithms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50292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20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59E0B"/>
                </a:solidFill>
              </a:rPr>
              <a:t>LAKSHMIDHAR 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GPU Specialization Capstone  •  CUDA at Scale for the Enterprise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434840"/>
            <a:ext cx="1371600" cy="347472"/>
          </a:xfrm>
          <a:prstGeom prst="rect">
            <a:avLst>
              <a:gd name="adj" fmla="val 1315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PyTorch CUDA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4434840"/>
            <a:ext cx="1371600" cy="347472"/>
          </a:xfrm>
          <a:prstGeom prst="rect">
            <a:avLst>
              <a:gd name="adj" fmla="val 1315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CuPy Raw Kernels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20440" y="4434840"/>
            <a:ext cx="1371600" cy="347472"/>
          </a:xfrm>
          <a:prstGeom prst="rect">
            <a:avLst>
              <a:gd name="adj" fmla="val 1315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4 GPU Algorithms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4434840"/>
            <a:ext cx="1371600" cy="347472"/>
          </a:xfrm>
          <a:prstGeom prst="rect">
            <a:avLst>
              <a:gd name="adj" fmla="val 1315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CPU vs GPU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2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</a:rPr>
              <a:t>What, Why, and How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260604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45920"/>
            <a:ext cx="73152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19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🎯 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23317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Show GPU parallelism accelerates image processing 5–30×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Implement 4 production-grade GPU kernels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Benchmark CUDA vs serial CPU execution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1645920"/>
            <a:ext cx="260604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1645920"/>
            <a:ext cx="73152" cy="2926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719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🔧 Technologies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029968"/>
            <a:ext cx="23317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PyTorch CUDA — tensor parallelism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CuPy RawKernel — hand-written CUDA 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NVIDIA T4 GPU (Google Colab)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Python 3.10+ / NumPy / Pillow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1645920"/>
            <a:ext cx="288036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645920"/>
            <a:ext cx="73152" cy="2926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71907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📊 Deliverables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029968"/>
            <a:ext cx="260604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4 GPU image kernels (source code)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Google Colab notebook (.ipynb)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CPU vs GPU benchmark chart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Input / output image artifacts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README + run.sh CLI scripts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3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GPUs for Image Processing?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417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Massive Parallelism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6824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 GPU has thousands of CUDA cores. A 512×512 image has 262,144 pixels — each processed simultaneously.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4114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221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SIMD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24871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Same instruction runs across all threads: ideal for pixel-wise operations like blur, edges, LUT mapping.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26664"/>
            <a:ext cx="4114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026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High Memory Bandwidth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GDDR6 on T4 delivers ~320 GB/s vs ~50 GB/s DDR4 — critical for large image reads.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831336"/>
            <a:ext cx="4114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8313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Tensor Cores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40965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Dedicated matrix engines in Ampere+ GPUs accelerate 4×4 matrix blocks used in convolutions.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1417320"/>
            <a:ext cx="3474720" cy="3246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CPU vs GPU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94960" y="1920240"/>
            <a:ext cx="33832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19202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1920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CPU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1920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GPU (T4)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359152"/>
            <a:ext cx="3383280" cy="384048"/>
          </a:xfrm>
          <a:prstGeom prst="rect">
            <a:avLst/>
          </a:prstGeom>
          <a:solidFill>
            <a:srgbClr val="1A2333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23591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46520" y="235915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8–16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89520" y="235915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2,560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94960" y="2798064"/>
            <a:ext cx="338328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27980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Clock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279806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3–5 GHz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89520" y="279806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1.59 GHz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94960" y="3236976"/>
            <a:ext cx="3383280" cy="384048"/>
          </a:xfrm>
          <a:prstGeom prst="rect">
            <a:avLst/>
          </a:prstGeom>
          <a:solidFill>
            <a:srgbClr val="1A2333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323697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VRAM/RAM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46520" y="323697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64 GB DDR4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89520" y="323697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16 GB GDDR6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3675888"/>
            <a:ext cx="338328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36758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Bandwidth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46520" y="367588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~50 GB/s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89520" y="367588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~320 GB/s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94960" y="4114800"/>
            <a:ext cx="3383280" cy="384048"/>
          </a:xfrm>
          <a:prstGeom prst="rect">
            <a:avLst/>
          </a:prstGeom>
          <a:solidFill>
            <a:srgbClr val="1A2333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4114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Image (512²)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46520" y="41148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~45 ms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89520" y="41148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~3 ms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4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Kernel 1: Gaussian Blur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GPU Convolution via torch.nn.functional.conv2d (CUDA)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50292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# GPU Gaussian Blur
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</a:rPr>
              <a:t>kernel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= gaussian_kernel_2d(15, sigma=3.0)
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</a:rPr>
              <a:t>tensor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 = img_tensor.to(</a:t>
            </a:r>
            <a:pPr indent="0" marL="0">
              <a:buNone/>
            </a:pPr>
            <a:r>
              <a:rPr lang="en-US" sz="900" dirty="0">
                <a:solidFill>
                  <a:srgbClr val="F97583"/>
                </a:solidFill>
              </a:rPr>
              <a:t>device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)  # → CUDA
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</a:rPr>
              <a:t>out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 = F.conv2d(tensor, kernel,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           padding=7, groups=C)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</a:rPr>
              <a:t># cuDNN dispatches to GPU automatically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</a:rPr>
              <a:t># 262,144 pixels processed in parallel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4930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493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A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4930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Build Gaussian kernel (15×15, σ=3.0)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4930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94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A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69417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Move image tensor to CUDA device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895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A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89534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F.conv2d dispatches cuDNN kernel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96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A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0965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All pixel neighborhoods computed in parallel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A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2976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Transfer result back to CPU (numpy)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1536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Before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810512"/>
            <a:ext cx="1645920" cy="1645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223760" y="1536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After (GPU)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10512"/>
            <a:ext cx="1645920" cy="164592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5440680" y="3566160"/>
            <a:ext cx="342900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86400" y="35935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577840" y="39319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CPU Time: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949440" y="39319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~45 ms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577840" y="4160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GPU Time: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949440" y="41605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~3.2 ms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577840" y="4389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Speedup: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949440" y="4389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~14×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5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Kernel 2: Sobel Edge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Hand-written CUDA C via CuPy RawKernel — one thread per pixel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502920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27632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583"/>
                </a:solidFill>
              </a:rPr>
              <a:t>__global__ </a:t>
            </a:r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</a:rPr>
              <a:t>void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 sobel_kernel(</a:t>
            </a:r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</a:rPr>
              <a:t>float*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 in, </a:t>
            </a:r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</a:rPr>
              <a:t>float*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 out, ...) {
</a:t>
            </a:r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</a:rPr>
              <a:t>  int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 x = blockDim.x * blockIdx.x
            + threadIdx.x;
</a:t>
            </a:r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</a:rPr>
              <a:t>  int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 y = blockDim.y * blockIdx.y
            + threadIdx.y;
</a:t>
            </a:r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</a:rPr>
              <a:t>  float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 gx = -in[y-1][x-1] - 2*in[y][x-1]
           -in[y+1][x-1]
           +in[y-1][x+1] + 2*in[y][x+1]
           +in[y+1][x+1];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  out[y*W+x] = sqrtf(gx*gx + gy*gy);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3913632"/>
            <a:ext cx="5029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50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Thread Config: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Block: (16, 16) = 256 threads    Grid: ⌈512/16⌉ × ⌈512/16⌉ = 32×32 = 1,024 blocks    Total: 262,144 threads in parallel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0" y="1536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Edge Map Output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10512"/>
            <a:ext cx="2926080" cy="2926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0" y="4754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Speedup: ~18×  (CPU ~38ms → GPU ~2.1ms)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6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Kernels 3 &amp; 4: Histogram Equalization &amp; Bilateral Filter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356616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258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Kernel 3: Histogram Equalization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1828800" cy="1828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23160" y="178308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GPU Technique: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torch.cumsum() — parallel prefix sum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CuPy RawKernel — LUT apply
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Speedup: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 ~9× (12.8ms → 1.4ms)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675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Enhances contrast by remapping pixel intensities via cumulative distribution function computed on GPU.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1325880"/>
            <a:ext cx="4160520" cy="3566160"/>
          </a:xfrm>
          <a:prstGeom prst="rect">
            <a:avLst/>
          </a:prstGeom>
          <a:solidFill>
            <a:srgbClr val="1F29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25880"/>
            <a:ext cx="41605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13258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Kernel 4: Bilateral Filter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1828800" cy="1828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12280" y="178308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GPU Technique: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PyTorch tensor ops (CUDA)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Spatial + range weights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O(d² × H × W) = 6.7M ops
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Speedup: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 ~11× (95ms → 8.7ms)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937760" y="3675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Smooths noise while preserving edges. Most compute-intensive kernel — greatest GPU benefit at large image sizes.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7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CPU vs GPU Benchmark Results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NVIDIA T4 GPU (Google Colab)  |  512×512 image  |  Average of 4 runs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72768"/>
            <a:ext cx="8595360" cy="2971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4572000"/>
            <a:ext cx="1920240" cy="475488"/>
          </a:xfrm>
          <a:prstGeom prst="rect">
            <a:avLst/>
          </a:prstGeom>
          <a:solidFill>
            <a:srgbClr val="1F293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5720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14×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80160" y="457200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Gaussian Blur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68880" y="4572000"/>
            <a:ext cx="1920240" cy="475488"/>
          </a:xfrm>
          <a:prstGeom prst="rect">
            <a:avLst/>
          </a:prstGeom>
          <a:solidFill>
            <a:srgbClr val="1F293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5720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18×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383280" y="457200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Sobel Edges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0" y="4572000"/>
            <a:ext cx="1920240" cy="475488"/>
          </a:xfrm>
          <a:prstGeom prst="rect">
            <a:avLst/>
          </a:prstGeom>
          <a:solidFill>
            <a:srgbClr val="1F293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5720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9×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0" y="457200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Hist. EQ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75120" y="4572000"/>
            <a:ext cx="1920240" cy="475488"/>
          </a:xfrm>
          <a:prstGeom prst="rect">
            <a:avLst/>
          </a:prstGeom>
          <a:solidFill>
            <a:srgbClr val="1F293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45720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11×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589520" y="457200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Bilateral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8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Output Image Gallery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All images processed on GPU — 512×512 resolution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859536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output images and run logs committed to the project repository under outputs/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9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to Run the Project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3474720"/>
          </a:xfrm>
          <a:prstGeom prst="rect">
            <a:avLst/>
          </a:prstGeom>
          <a:solidFill>
            <a:srgbClr val="1F293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41605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371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A"/>
                </a:solidFill>
              </a:rPr>
              <a:t>🌐 Google Colab (Recommended)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92024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9202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Open notebooks/GPU_Image_Processing_Capstone_LakshmidharN.ipynb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56032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Go to Runtime → Change runtime type → T4 GPU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20040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Run all cells from top to bottom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84048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840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View outputs/ folder for images &amp; logs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4160520" cy="3474720"/>
          </a:xfrm>
          <a:prstGeom prst="rect">
            <a:avLst/>
          </a:prstGeom>
          <a:solidFill>
            <a:srgbClr val="1F293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371600"/>
            <a:ext cx="41605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371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💻 Local CLI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874520"/>
            <a:ext cx="4041648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920240"/>
            <a:ext cx="391363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</a:rPr>
              <a:t># Clone &amp; install
</a:t>
            </a:r>
            <a:pPr indent="0" marL="0">
              <a:buNone/>
            </a:pPr>
            <a:r>
              <a:rPr lang="en-US" sz="900" dirty="0">
                <a:solidFill>
                  <a:srgbClr val="F97583"/>
                </a:solidFill>
              </a:rPr>
              <a:t>git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 clone &lt;repo_url&gt;
</a:t>
            </a:r>
            <a:pPr indent="0" marL="0">
              <a:buNone/>
            </a:pPr>
            <a:r>
              <a:rPr lang="en-US" sz="900" dirty="0">
                <a:solidFill>
                  <a:srgbClr val="F97583"/>
                </a:solidFill>
              </a:rPr>
              <a:t>pip install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 -r requirements.txt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</a:rPr>
              <a:t># Run all kernels
</a:t>
            </a:r>
            <a:pPr indent="0" marL="0">
              <a:buNone/>
            </a:pPr>
            <a:r>
              <a:rPr lang="en-US" sz="900" dirty="0">
                <a:solidFill>
                  <a:srgbClr val="F97583"/>
                </a:solidFill>
              </a:rPr>
              <a:t>python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 src/gpu_image_processor.py \
  --kernel all --benchmark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</a:rPr>
              <a:t># Or use the shell script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chmod +x run.sh &amp;&amp; ./run.sh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</a:rPr>
              <a:t># Custom image
</a:t>
            </a:r>
            <a:pPr indent="0" marL="0">
              <a:buNone/>
            </a:pPr>
            <a:r>
              <a:rPr lang="en-US" sz="900" dirty="0">
                <a:solidFill>
                  <a:srgbClr val="F97583"/>
                </a:solidFill>
              </a:rPr>
              <a:t>./run.sh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 data/image.png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A"/>
                </a:solidFill>
              </a:rPr>
              <a:t>LAKSHMIDHAR N  |  GPU Specialization Capstone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 Image Processing   |   LAKSHMIDHAR N   |   10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Lessons Learned &amp; Next Steps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57200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Memory Transfer Overhead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7335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For small images (&lt;256²), PCIe overhead can outweigh compute. GPU shines at scale (1024²+).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57200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9456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Synchronize for Timing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torch.cuda.synchronize() is critical for accurate GPU benchmarks; async launches skew results.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57200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2608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7180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CuPy vs PyTorch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22783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CuPy gives raw CUDA control; PyTorch is portable and still CUDA-backed via cuDNN.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57200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0332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490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Bilateral Filter Wins Most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0507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The most compute-intensive kernel gains the most — 11× speedup due to O(d²×H×W) complexity.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1371600"/>
            <a:ext cx="3840480" cy="1783080"/>
          </a:xfrm>
          <a:prstGeom prst="rect">
            <a:avLst/>
          </a:prstGeom>
          <a:solidFill>
            <a:srgbClr val="1F293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🔭 Next Steps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18013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Video processing pipeline (frame-by-frame GPU ops)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0" y="20574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NPP (NVIDIA Performance Primitives) integration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640" y="23134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Multi-GPU scaling with torch.distributed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256946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CUDA streams for pipelined async execution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282549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Deploy as REST API with GPU inference server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3154680"/>
            <a:ext cx="3840480" cy="1600200"/>
          </a:xfrm>
          <a:prstGeom prst="rect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20640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Project Summary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3538728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4 GPU kernels implemented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Raw CUDA code via CuPy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9–18× speedups measured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Full repo with README &amp; run.sh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✅ Colab notebook + output artifacts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626864"/>
            <a:ext cx="438912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462686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LAKSHMIDHAR N  —  GPU Specialization Capstone  —  CUDA at Scale for the Enterprise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GPU-Accelerated Image Processing — Capstone</dc:title>
  <dc:subject>PptxGenJS Presentation</dc:subject>
  <dc:creator>LAKSHMIDHAR N</dc:creator>
  <cp:lastModifiedBy>LAKSHMIDHAR N</cp:lastModifiedBy>
  <cp:revision>1</cp:revision>
  <dcterms:created xsi:type="dcterms:W3CDTF">2026-05-20T08:54:02Z</dcterms:created>
  <dcterms:modified xsi:type="dcterms:W3CDTF">2026-05-20T08:54:02Z</dcterms:modified>
</cp:coreProperties>
</file>